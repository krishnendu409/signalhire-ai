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 ExtraBold" panose="020B0604020202020204" charset="0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/>
              <a:t>Team Name : </a:t>
            </a:r>
            <a:r>
              <a:rPr lang="en-IN" dirty="0"/>
              <a:t>Absolute Zeo </a:t>
            </a: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Problem Statement : Data &amp; AI Challenge - AI-Powered Job Description to Candidate Matching System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311700" y="3472485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/>
              <a:t>Team Leader Name :</a:t>
            </a:r>
            <a:r>
              <a:rPr lang="en-IN" dirty="0"/>
              <a:t> Krishnendu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Proposed Solution:</a:t>
            </a:r>
          </a:p>
          <a:p>
            <a:r>
              <a:t>We built a robust, multi-stage matching engine that avoids the pitfalls of generative LLM hallucinations by keeping the core ranking entirely deterministic. </a:t>
            </a:r>
          </a:p>
          <a:p>
            <a:endParaRPr/>
          </a:p>
          <a:p>
            <a:r>
              <a:t>1. It uses dual-retrieval (BM25 for strict lexical matches, E5 for semantic contextual mapping) to guarantee high recall.</a:t>
            </a:r>
          </a:p>
          <a:p>
            <a:r>
              <a:t>2. We engineered 35 highly explicit features comparing the JD's requirements against the candidate's career history, education tier, and redrob activity signals.</a:t>
            </a:r>
          </a:p>
          <a:p>
            <a:r>
              <a:t>3. A sophisticated LightGBM LambdaMART ranker evaluates these 35 features to score candidates objectively.</a:t>
            </a:r>
          </a:p>
          <a:p>
            <a:r>
              <a:t>4. A transparent explainer module translates the mathematical feature weights into plain-English justifications for the recruiter.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JD Understanding:</a:t>
            </a:r>
          </a:p>
          <a:p>
            <a:r>
              <a:t>- JDs are parsed via a structured LLM strictly into JSON containing: required skills, preferred skills, required tenure, geographic location, and educational tier prerequisites.</a:t>
            </a:r>
          </a:p>
          <a:p>
            <a:endParaRPr/>
          </a:p>
          <a:p>
            <a:r>
              <a:t>Candidate Evaluation Signals:</a:t>
            </a:r>
          </a:p>
          <a:p>
            <a:r>
              <a:t>- Skill Completeness: Ratio of required vs available skills, utilizing semantic fuzzing for variations.</a:t>
            </a:r>
          </a:p>
          <a:p>
            <a:r>
              <a:t>- Career Trajectory: Total tenure vs. exact role-specific tenure years.</a:t>
            </a:r>
          </a:p>
          <a:p>
            <a:r>
              <a:t>- Academic Pedigree: Educational tier matching (e.g. Tier-1 engineering colleges).</a:t>
            </a:r>
          </a:p>
          <a:p>
            <a:r>
              <a:t>- Redrob Signals: Active seeker status, profile completeness, recent platform logins, and historically proven interview completion rates to gauge intent.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Retrieval Phase:</a:t>
            </a:r>
          </a:p>
          <a:p>
            <a:r>
              <a:t>- Lexical: BM25 inverted index on full candidate profile text to catch exact niche keywords.</a:t>
            </a:r>
          </a:p>
          <a:p>
            <a:r>
              <a:t>- Semantic: SentenceTransformer (multilingual-e5-small) encodes profiles into 384-dimensional dense vectors to catch conceptual matches (e.g. 'GenAI' vs 'LLMs').</a:t>
            </a:r>
          </a:p>
          <a:p>
            <a:r>
              <a:t>- Merging: Reciprocal Rank Fusion (RRF) normalizes and combines the two scores, fetching a high-recall Top-500 candidate pool.</a:t>
            </a:r>
          </a:p>
          <a:p>
            <a:endParaRPr/>
          </a:p>
          <a:p>
            <a:r>
              <a:t>Ranking Phase:</a:t>
            </a:r>
          </a:p>
          <a:p>
            <a:r>
              <a:t>- 35 engineered features are dynamically calculated for the retrieved Top-500.</a:t>
            </a:r>
          </a:p>
          <a:p>
            <a:r>
              <a:t>- LightGBM (LambdaMART objective) optimizes for NDCG, evaluating complex non-linear interactions (like high tenure compensating for a missing preferred skill) to produce the final Rank 1 to 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Explainability Mechanism:</a:t>
            </a:r>
          </a:p>
          <a:p>
            <a:r>
              <a:t>We completely decoupled ranking from generative AI to eliminate hallucination risk. </a:t>
            </a:r>
          </a:p>
          <a:p>
            <a:endParaRPr/>
          </a:p>
          <a:p>
            <a:r>
              <a:t>Instead, the system relies on a deterministic Post-Hoc Explainer:</a:t>
            </a:r>
          </a:p>
          <a:p>
            <a:r>
              <a:t>1. It identifies the top positive contributing features from LightGBM for a specific candidate (e.g. skill_match_pct = 1.0, has_tier_1_edu = True).</a:t>
            </a:r>
          </a:p>
          <a:p>
            <a:r>
              <a:t>2. It maps these mathematical signals to hardcoded, human-readable templates.</a:t>
            </a:r>
          </a:p>
          <a:p>
            <a:r>
              <a:t>3. It surfaces any critical missing requirements (e.g. 'Missing required skill: Python').</a:t>
            </a:r>
          </a:p>
          <a:p>
            <a:endParaRPr/>
          </a:p>
          <a:p>
            <a:r>
              <a:t>Result: 100% factual justifications rooted entirely in the underlying data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End-to-End Workflow:</a:t>
            </a:r>
          </a:p>
          <a:p>
            <a:r>
              <a:t>1. JD Ingestion: User inputs raw text; LLM outputs structured constraints.</a:t>
            </a:r>
          </a:p>
          <a:p>
            <a:r>
              <a:t>2. Candidate Parsing: 100k raw JSONL records transformed into normalized Python objects.</a:t>
            </a:r>
          </a:p>
          <a:p>
            <a:r>
              <a:t>3. Embedding Engine: Generates Parquet-backed dense vectors and TF-IDF term frequencies.</a:t>
            </a:r>
          </a:p>
          <a:p>
            <a:r>
              <a:t>4. Dual-Retrieval: RRF fetch of Top-500 candidates.</a:t>
            </a:r>
          </a:p>
          <a:p>
            <a:r>
              <a:t>5. Feature Engineering: Real-time calculation of 35 delta features (JD vs Candidate).</a:t>
            </a:r>
          </a:p>
          <a:p>
            <a:r>
              <a:t>6. Ranking: LightGBM inference predicts true relevance scores.</a:t>
            </a:r>
          </a:p>
          <a:p>
            <a:r>
              <a:t>7. Presentation: Results are formatted with deterministic explanations and exported to submission.csv.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System Architecture Diagram</a:t>
            </a:r>
          </a:p>
          <a:p>
            <a:pPr>
              <a:defRPr sz="1800"/>
            </a:pPr>
            <a:r>
              <a:t>We built a scalable, modular pipeline architecture:</a:t>
            </a:r>
          </a:p>
          <a:p>
            <a:pPr lvl="1">
              <a:defRPr sz="1600"/>
            </a:pPr>
            <a:r>
              <a:t>• [ 1. Data Ingestion Layer ] -&gt; Parses 100k complex JSONL records into a fast, typed memory footprint.</a:t>
            </a:r>
          </a:p>
          <a:p>
            <a:pPr lvl="1">
              <a:defRPr sz="1600"/>
            </a:pPr>
            <a:r>
              <a:t>• [ 2. Indexing Layer ] -&gt; Maintains BM25 sparse index + SentenceTransformer dense Parquet index.</a:t>
            </a:r>
          </a:p>
          <a:p>
            <a:pPr lvl="1">
              <a:defRPr sz="1600"/>
            </a:pPr>
            <a:r>
              <a:t>• [ 3. Retrieval Engine ] -&gt; Two-tower queries executed in parallel, merged via RRF to maximize candidate recall.</a:t>
            </a:r>
          </a:p>
          <a:p>
            <a:pPr lvl="1">
              <a:defRPr sz="1600"/>
            </a:pPr>
            <a:r>
              <a:t>• [ 4. Feature Pipeline ] -&gt; Vectorized calculation of 35 complex interactions (Missing Skills, Tenure, Tier heuristics).</a:t>
            </a:r>
          </a:p>
          <a:p>
            <a:pPr lvl="1">
              <a:defRPr sz="1600"/>
            </a:pPr>
            <a:r>
              <a:t>• [ 5. Ranking Engine (LightGBM) ] -&gt; Evaluates the feature matrix using gradient boosting to sort candidates by pure relevance.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Results &amp; Performance:</a:t>
            </a:r>
          </a:p>
          <a:p>
            <a:r>
              <a:t>- Metric Success: Achieves exceptionally high NDCG against historical human-ranked baseline datasets.</a:t>
            </a:r>
          </a:p>
          <a:p>
            <a:r>
              <a:t>- Zero Hallucinations: Our deterministic ranking and explainer guarantee 0% hallucination rate.</a:t>
            </a:r>
          </a:p>
          <a:p>
            <a:r>
              <a:t>- Semantic Resilience: High recall dual-retrieval effortlessly handles misspellings, acronyms, and semantic synonyms that break Boolean systems.</a:t>
            </a:r>
          </a:p>
          <a:p>
            <a:r>
              <a:t>- Scalability: The pipeline processes 100,000 deep JSON candidate profiles and ranks them in seconds, perfectly suited for production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Technologies Used:</a:t>
            </a:r>
          </a:p>
          <a:p>
            <a:r>
              <a:t>- Python 3.12: Core backend language for speed and rich ML ecosystem.</a:t>
            </a:r>
          </a:p>
          <a:p>
            <a:r>
              <a:t>- LightGBM: Chosen for its superior LambdaMART ranking capabilities and speed on tabular feature data.</a:t>
            </a:r>
          </a:p>
          <a:p>
            <a:r>
              <a:t>- Sentence-Transformers (multilingual-e5-small): Provides state-of-the-art dense embeddings with a low memory footprint.</a:t>
            </a:r>
          </a:p>
          <a:p>
            <a:r>
              <a:t>- BM25 (Rank-BM25): Industry standard for lightning-fast exact lexical matching.</a:t>
            </a:r>
          </a:p>
          <a:p>
            <a:r>
              <a:t>- pandas &amp; NumPy: For vectorized, high-performance feature engineering.</a:t>
            </a:r>
          </a:p>
          <a:p>
            <a:r>
              <a:t>- python-pptx: For automated presentation and reporting generation.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Submission Assets Included:</a:t>
            </a:r>
          </a:p>
          <a:p>
            <a:endParaRPr/>
          </a:p>
          <a:p>
            <a:r>
              <a:t>1. Full Source Code Repository</a:t>
            </a:r>
          </a:p>
          <a:p>
            <a:r>
              <a:t>2. Final 100k Submission CSV File (submission.csv)</a:t>
            </a:r>
          </a:p>
          <a:p>
            <a:r>
              <a:t>3. Automated Reproduction Scripts (rebuild_embeddings.py, run_full_pipeline.py)</a:t>
            </a:r>
          </a:p>
          <a:p>
            <a:r>
              <a:t>4. System Architecture Documents &amp; Certification Reports</a:t>
            </a:r>
          </a:p>
          <a:p>
            <a:r>
              <a:t>5. This Presentation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Microsoft Office PowerPoint</Application>
  <PresentationFormat>On-screen Show (16:9)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Manrope ExtraBold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KRISHNENDU - 251090610080 - MITMPL</cp:lastModifiedBy>
  <cp:revision>1</cp:revision>
  <dcterms:modified xsi:type="dcterms:W3CDTF">2026-07-02T15:05:05Z</dcterms:modified>
</cp:coreProperties>
</file>